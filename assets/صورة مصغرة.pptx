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>
        <p:scale>
          <a:sx n="75" d="100"/>
          <a:sy n="75" d="100"/>
        </p:scale>
        <p:origin x="108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44BE66A-26DF-CF2A-B45E-9B825A40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1972D4BB-DE41-73EC-BA95-68675B15E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4D6396-8076-7BA0-A1AF-600186BB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672E0D5-0153-9A81-ACEC-A0C1D7A6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35600E6-8189-48ED-83F5-648E5C87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7442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3B8D99D-BBED-2E4B-084F-F82D4FD0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98F3634-D1DF-B025-595E-3CCD1BD8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B1AFBF1-D124-3E43-8B4B-2BD1D074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D4249BD-991A-65F0-50E6-A0BE6469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102B42E-7E9A-45D6-8137-680D3582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1212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C5982D-2D06-D14E-2353-AECA9379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E56E017-0D13-BB77-3C11-769CFC6E7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F32B5B2-ACA7-EB12-4D15-66BB8C5E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2D21878-789E-6226-3783-80991EC6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55EDF4D-FFBA-D57C-127E-E9AEAA05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9767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DCD756-519A-4AD9-1BF5-0961473E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0026392-A92B-8127-0833-366493A00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C5B808F-57EB-8E04-DF4F-EC10B4D2D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144FA75-D453-B9A9-7D27-13566CC8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99EE4C4-49FD-5EFF-765D-93AE57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E2FB366-44C8-7219-FA54-20F2A253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0744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ADC8C56-FFD5-F33D-3E70-F8335D6A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EA4962C-D83D-BABE-BC5D-67D6942D8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B47481C-65D5-28CC-BB9A-99EC45DE5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6034F7EE-1909-A51A-D63B-101F2F53D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B1992D5-FCE6-2FD0-B2B1-ACF087C94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49E6156-93B9-E5DA-CBCA-80CA85BA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48CC8D83-F350-0A47-7137-04330D6F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0D2E5B20-B9D5-33C2-F293-C25910BC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9451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4D394CB-320B-573C-0876-A48EAC85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7F61AF2B-40CF-5930-8527-1409FBB3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736EB23-D674-34D7-0F75-E1B98FF2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CB193C34-AAF4-3F6F-9660-F31BB3C4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3882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C0401A02-D798-43CE-A1C1-7A2EB85B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3CE7D13-BB95-C905-D7A6-629D0112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F2BE43B-FC76-F133-80E5-F41DDC0C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0273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75B2C0D-028B-BC0E-9983-9FEB6420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60C4D03-3455-284D-DF38-1D483CF0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D20B6F6-3699-A0D9-9192-4674DC84D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DC9F9AA-1E23-2F34-1BB6-B04401F0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3079B56-AD1B-6365-2F29-BF27E01A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18E270F-18BF-7DDA-E0AC-527C43C6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9656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38F1EB4-B8B9-81BA-7DC3-ACB38149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508BA8D9-1E7E-F34C-C3D2-4F54C6C4F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D52C695-D197-23A6-1C29-83811B120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0A8DC29B-2946-671F-1F57-539C1CD3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35B3EAE-3A7A-FBA0-00BE-6B7822A6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E1F5DD2-21AC-F938-20D0-D581E7AA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0073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FDEFF3-C0E7-9D42-6750-90497CC2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7D00F05-E151-600A-0F24-3BCE13898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64DEB09-3F3C-D054-DABA-2CB9E497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A047961-A798-AF73-B304-05C5460A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6197C2F-C780-409E-F66B-C8B6AF6F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441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0AFA288B-35A3-BEDD-9487-60C84DBDA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7C30EDE-511E-293A-7552-6D0FAF281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6EAB750-8ACC-AD74-11C3-63C1EFE4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3B166B0-D0ED-B091-AF1F-75F6EEDE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C4EC30C-531D-AEB3-3350-A8CF8EC5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7266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9FE16A56-9648-2F63-281F-5067AD78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7C491FD-990B-6216-A984-BC716F360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23B3258-4132-9E3B-1DBC-1B552B3F6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B79A8-E9A5-4244-9878-DA35633505BD}" type="datetimeFigureOut">
              <a:rPr lang="ar-SA" smtClean="0"/>
              <a:t>10/08/1447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8393336-E45B-1342-67C4-8D0C68494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0E88D7A-E4F6-CD49-FE25-3C8C05948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69F4C-0861-4149-8CAF-54103EF5F2A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1834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مجموعة 17">
            <a:extLst>
              <a:ext uri="{FF2B5EF4-FFF2-40B4-BE49-F238E27FC236}">
                <a16:creationId xmlns:a16="http://schemas.microsoft.com/office/drawing/2014/main" id="{B33B58A5-FA10-249E-0661-583E918A344A}"/>
              </a:ext>
            </a:extLst>
          </p:cNvPr>
          <p:cNvGrpSpPr/>
          <p:nvPr/>
        </p:nvGrpSpPr>
        <p:grpSpPr>
          <a:xfrm>
            <a:off x="-1" y="0"/>
            <a:ext cx="12192000" cy="8483600"/>
            <a:chOff x="-1" y="0"/>
            <a:chExt cx="12192000" cy="8483600"/>
          </a:xfrm>
        </p:grpSpPr>
        <p:grpSp>
          <p:nvGrpSpPr>
            <p:cNvPr id="16" name="مجموعة 15">
              <a:extLst>
                <a:ext uri="{FF2B5EF4-FFF2-40B4-BE49-F238E27FC236}">
                  <a16:creationId xmlns:a16="http://schemas.microsoft.com/office/drawing/2014/main" id="{0DA0839C-660C-58E9-70A6-5BAE31E7E86A}"/>
                </a:ext>
              </a:extLst>
            </p:cNvPr>
            <p:cNvGrpSpPr/>
            <p:nvPr/>
          </p:nvGrpSpPr>
          <p:grpSpPr>
            <a:xfrm>
              <a:off x="-1" y="0"/>
              <a:ext cx="12192000" cy="8483600"/>
              <a:chOff x="-1" y="0"/>
              <a:chExt cx="12192000" cy="6858000"/>
            </a:xfrm>
          </p:grpSpPr>
          <p:pic>
            <p:nvPicPr>
              <p:cNvPr id="5" name="صورة 4" descr="صورة تحتوي على لقطة شاشة, ضباب, ضوء, غشاوة&#10;&#10;قد يكون المحتوى المعد بواسطة الذكاء الاصطناعي غير صحيح.">
                <a:extLst>
                  <a:ext uri="{FF2B5EF4-FFF2-40B4-BE49-F238E27FC236}">
                    <a16:creationId xmlns:a16="http://schemas.microsoft.com/office/drawing/2014/main" id="{1B70F081-FD85-381F-C021-AF5F91DF8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8" name="مربع نص 7">
                <a:extLst>
                  <a:ext uri="{FF2B5EF4-FFF2-40B4-BE49-F238E27FC236}">
                    <a16:creationId xmlns:a16="http://schemas.microsoft.com/office/drawing/2014/main" id="{6F5441C6-E353-FE7A-4438-281C46E5EB7F}"/>
                  </a:ext>
                </a:extLst>
              </p:cNvPr>
              <p:cNvSpPr txBox="1"/>
              <p:nvPr/>
            </p:nvSpPr>
            <p:spPr>
              <a:xfrm>
                <a:off x="1218960" y="256373"/>
                <a:ext cx="9754081" cy="7464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54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Sales Performance Dashboard</a:t>
                </a:r>
                <a:endParaRPr lang="ar-SA" sz="54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5" name="مستطيل 14">
                <a:extLst>
                  <a:ext uri="{FF2B5EF4-FFF2-40B4-BE49-F238E27FC236}">
                    <a16:creationId xmlns:a16="http://schemas.microsoft.com/office/drawing/2014/main" id="{19CB9D41-BC58-78CC-3036-7473F884E1ED}"/>
                  </a:ext>
                </a:extLst>
              </p:cNvPr>
              <p:cNvSpPr/>
              <p:nvPr/>
            </p:nvSpPr>
            <p:spPr>
              <a:xfrm>
                <a:off x="5657316" y="1153682"/>
                <a:ext cx="880217" cy="61561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</p:grpSp>
        <p:sp>
          <p:nvSpPr>
            <p:cNvPr id="17" name="مستطيل: زوايا مستديرة 16">
              <a:extLst>
                <a:ext uri="{FF2B5EF4-FFF2-40B4-BE49-F238E27FC236}">
                  <a16:creationId xmlns:a16="http://schemas.microsoft.com/office/drawing/2014/main" id="{0993D993-55A5-339A-28B9-02A8BC9414C2}"/>
                </a:ext>
              </a:extLst>
            </p:cNvPr>
            <p:cNvSpPr/>
            <p:nvPr/>
          </p:nvSpPr>
          <p:spPr>
            <a:xfrm>
              <a:off x="1121021" y="1586113"/>
              <a:ext cx="9949955" cy="6667718"/>
            </a:xfrm>
            <a:prstGeom prst="roundRect">
              <a:avLst>
                <a:gd name="adj" fmla="val 1620"/>
              </a:avLst>
            </a:prstGeom>
            <a:blipFill>
              <a:blip r:embed="rId3"/>
              <a:stretch>
                <a:fillRect/>
              </a:stretch>
            </a:blip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</p:spTree>
    <p:extLst>
      <p:ext uri="{BB962C8B-B14F-4D97-AF65-F5344CB8AC3E}">
        <p14:creationId xmlns:p14="http://schemas.microsoft.com/office/powerpoint/2010/main" val="31215166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شاشة عريضة</PresentationFormat>
  <Paragraphs>1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</dc:creator>
  <cp:lastModifiedBy>Eslam</cp:lastModifiedBy>
  <cp:revision>1</cp:revision>
  <dcterms:created xsi:type="dcterms:W3CDTF">2026-01-28T12:49:23Z</dcterms:created>
  <dcterms:modified xsi:type="dcterms:W3CDTF">2026-01-28T12:59:31Z</dcterms:modified>
</cp:coreProperties>
</file>